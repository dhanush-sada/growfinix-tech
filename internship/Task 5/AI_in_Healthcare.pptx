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572000" cy="45720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2926080" cy="292608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6217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GROWFINIX  •  TASK 5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Healthcare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40080" y="34290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artificial intelligence is transforming diagnosis, treatment, and patient care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Task  |  Prepared as a beginner-friendly overview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Shows Up in Healthcare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AI applications, tools, and technologies reshaping the field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802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788920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 &amp; Diagnostics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566160"/>
            <a:ext cx="21854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scan X-rays, CT scans, and mammograms to flag tumors, fractures, and abnormalities faster than manual review.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02152" y="160020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76472" y="19202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492" y="20802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58184" y="2788920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758184" y="3566160"/>
            <a:ext cx="21854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analyzes patient history and vitals to predict risks like sepsis, heart failure, or hospital readmission.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55664" y="160020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729984" y="19202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004" y="20802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11696" y="2788920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Health Assistants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711696" y="3566160"/>
            <a:ext cx="21854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and triage tools help patients check symptoms, book appointments, and get guidance before seeing a doctor.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409176" y="160020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683496" y="19202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3516" y="20802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65208" y="2788920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 &amp; Research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665208" y="3566160"/>
            <a:ext cx="21854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accelerates finding new drug candidates by simulating molecule behavior, cutting years off traditional research timelines.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Impact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AI already changing patient outcomes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0F3A3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574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974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+17.6%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breast cancer detection rate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40690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nationwide German study of 463,000+ women found AI-supported mammography screening caught significantly more cancers than standard double reading by radiologists, with no rise in false alarms.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160020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0F3A3E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192024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0574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6974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 months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4572000" y="33375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pancreatic cancer detection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0" y="40690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Mayo Clinic AI system analyzing routine CT scans identified pancreatic cancer patterns invisible to the human eye, nearly doubling the detection rate of specialist radiologists on the same scans.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46720" y="160020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0F3A3E"/>
          </a:solidFill>
          <a:ln/>
        </p:spPr>
      </p:sp>
      <p:sp>
        <p:nvSpPr>
          <p:cNvPr id="17" name="Shape 13"/>
          <p:cNvSpPr/>
          <p:nvPr/>
        </p:nvSpPr>
        <p:spPr>
          <a:xfrm>
            <a:off x="8321040" y="192024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05740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26974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types</a:t>
            </a:r>
            <a:endParaRPr lang="en-US" sz="3200" dirty="0"/>
          </a:p>
        </p:txBody>
      </p:sp>
      <p:sp>
        <p:nvSpPr>
          <p:cNvPr id="20" name="Text 15"/>
          <p:cNvSpPr/>
          <p:nvPr/>
        </p:nvSpPr>
        <p:spPr>
          <a:xfrm>
            <a:off x="8321040" y="33375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cancer recognized from minimal samples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321040" y="40690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2026 pathology AI system (PRET) can identify multiple cancer types from just a handful of tissue slides, without needing extra training for each new case.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vs. Challenges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Weighing what AI improves against the risks it introduces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56032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— scans analyzed in seconds instead of hours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— catches subtle patterns humans can miss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detection — flags disease before symptoms appear</a:t>
            </a:r>
            <a:endParaRPr lang="en-US" sz="13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decisions — gives doctors data-backed second opinions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64592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659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8660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583680" y="256032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— patient data must stay secure and confidential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— models trained on limited data can miss cases in underrepresented groups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— unclear who is responsible when AI gets it wrong</a:t>
            </a:r>
            <a:endParaRPr lang="en-US" sz="13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impact — some roles will shift as routine tasks get automated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6002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251460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already improving how disease is detected, how patients are triaged, and how treatments are researched — often catching what human review alone would miss. But it works best as a partner to clinicians, not a replacement, and its benefits only hold up when paired with strong privacy protections and human oversight.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4663440"/>
            <a:ext cx="7863840" cy="18288"/>
          </a:xfrm>
          <a:prstGeom prst="rect">
            <a:avLst/>
          </a:prstGeom>
          <a:solidFill>
            <a:srgbClr val="2E5A5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892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Nature Medicine (PRAIM study, 2025) · Mayo Clinic / Gut journal (2026) · Nature Cancer (PRET, 2026)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Growfinix — Task 5: AI Research Task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Healthcare</dc:title>
  <dc:subject>PptxGenJS Presentation</dc:subject>
  <dc:creator>Growfinix Task 5</dc:creator>
  <cp:lastModifiedBy>Growfinix Task 5</cp:lastModifiedBy>
  <cp:revision>1</cp:revision>
  <dcterms:created xsi:type="dcterms:W3CDTF">2026-07-01T14:05:08Z</dcterms:created>
  <dcterms:modified xsi:type="dcterms:W3CDTF">2026-07-01T14:05:08Z</dcterms:modified>
</cp:coreProperties>
</file>